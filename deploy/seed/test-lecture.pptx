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[ТЕСТ] Цифровые образовательные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206240"/>
          </a:xfrm>
        </p:spPr>
        <p:txBody>
          <a:bodyPr/>
          <a:lstStyle/>
          <a:p>
            <a:r>
              <a:t>Лекция 1. Обратная связь на лекции</a:t>
            </a:r>
          </a:p>
          <a:p>
            <a:r>
              <a:t>Демонстрационные данные для проверки жюри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91C1C"/>
                </a:solidFill>
              </a:rPr>
              <a:t>ТЕСТОВЫЕ ДАННЫЕ · lecturer-assistant-v2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Зачем обратная связь во время лекции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206240"/>
          </a:xfrm>
        </p:spPr>
        <p:txBody>
          <a:bodyPr/>
          <a:lstStyle/>
          <a:p>
            <a:r>
              <a:t>Преподаватель видит, понятен ли материал, прямо сейчас</a:t>
            </a:r>
          </a:p>
          <a:p>
            <a:r>
              <a:t>Студент может задать вопрос, не прерывая лекцию</a:t>
            </a:r>
          </a:p>
          <a:p>
            <a:r>
              <a:t>Решения принимаются по данным, а не на глаз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91C1C"/>
                </a:solidFill>
              </a:rPr>
              <a:t>ТЕСТОВЫЕ ДАННЫЕ · lecturer-assistant-v2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Каналы участия студента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206240"/>
          </a:xfrm>
        </p:spPr>
        <p:txBody>
          <a:bodyPr/>
          <a:lstStyle/>
          <a:p>
            <a:r>
              <a:t>Мини-приложение в MAX</a:t>
            </a:r>
          </a:p>
          <a:p>
            <a:r>
              <a:t>Веб-страница по коду лекции</a:t>
            </a:r>
          </a:p>
          <a:p>
            <a:r>
              <a:t>Сигналы «понятно» и «непонятно», вопросы, 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91C1C"/>
                </a:solidFill>
              </a:rPr>
              <a:t>ТЕСТОВЫЕ ДАННЫЕ · lecturer-assistant-v2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Быстрая проверка понимания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206240"/>
          </a:xfrm>
        </p:spPr>
        <p:txBody>
          <a:bodyPr/>
          <a:lstStyle/>
          <a:p>
            <a:r>
              <a:t>Короткий вопрос с вариантами ответа</a:t>
            </a:r>
          </a:p>
          <a:p>
            <a:r>
              <a:t>Результаты видны сразу после закрытия опроса</a:t>
            </a:r>
          </a:p>
          <a:p>
            <a:r>
              <a:t>Правильный ответ раскрывается по решению преподавателя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91C1C"/>
                </a:solidFill>
              </a:rPr>
              <a:t>ТЕСТОВЫЕ ДАННЫЕ · lecturer-assistant-v2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206240"/>
          </a:xfrm>
        </p:spPr>
        <p:txBody>
          <a:bodyPr/>
          <a:lstStyle/>
          <a:p>
            <a:r>
              <a:t>Синхронизация слайдов у всех участников</a:t>
            </a:r>
          </a:p>
          <a:p>
            <a:r>
              <a:t>Обратная связь без потери темпа лекции</a:t>
            </a:r>
          </a:p>
          <a:p>
            <a:r>
              <a:t>Вопросы сохраняются в банке курса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91C1C"/>
                </a:solidFill>
              </a:rPr>
              <a:t>ТЕСТОВЫЕ ДАННЫЕ · lecturer-assistant-v2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